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在筆電生產效率遇到瓶頸且人工組裝速度較慢的情境下，如何通過導入AI技術來提升生產效率10%？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目標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主動識別並解決人工組裝過程中的不效率問題。</a:t>
            </a:r>
          </a:p>
          <a:p>
            <a:pPr/>
            <a:r>
              <a:t>利用AI技術優化生產流程，並實現可持續的效率提升。</a:t>
            </a:r>
          </a:p>
          <a:p>
            <a:pPr/>
            <a:r>
              <a:t>促進跨部門合作，確保技術導入的成功。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梯形分析：尋找問題甜蜜點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我們如何提升筆電的整體生產效率？</a:t>
            </a:r>
          </a:p>
          <a:p>
            <a:pPr/>
            <a:r>
              <a:t>我們如何提升生產流程中每個組裝工序的效率？</a:t>
            </a:r>
          </a:p>
          <a:p>
            <a:pPr/>
            <a:r>
              <a:t>我們如何通過自動化與AI技術來替代或加速人工組裝？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痛點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人工組裝速度慢，易造成生產延遲。</a:t>
            </a:r>
          </a:p>
          <a:p>
            <a:pPr/>
            <a:r>
              <a:t>現有生產流程缺乏數據支持，導致難以進行效率分析與優化。</a:t>
            </a:r>
          </a:p>
          <a:p>
            <a:pPr/>
            <a:r>
              <a:t>對於AI技術的認知不足，許多員工對於新技術的抗拒態度。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跨部門視角的整合分析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總經理：導入AI技術將提升整體生產力，替公司創造競爭優勢，並提高市場份額。</a:t>
            </a:r>
          </a:p>
          <a:p>
            <a:pPr/>
            <a:r>
              <a:t>生產部門：需針對現有流程進行數據收集，分析瓶頸之處，提供合適的數據支持。</a:t>
            </a:r>
          </a:p>
          <a:p>
            <a:pPr/>
            <a:r>
              <a:t>IT部門：需掌握開發機械手臂的技術，並聯繫外部資源以獲取AI系統的開發支持。</a:t>
            </a:r>
          </a:p>
          <a:p>
            <a:pPr/>
            <a:r>
              <a:t>人力資源部門：需針對員工進行必要的AI技術和自動化操作培訓，以降低對新技術的抵抗。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實作步驟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需求分析：各部門會議，確定AI導入的具體需求與目標。</a:t>
            </a:r>
          </a:p>
          <a:p>
            <a:pPr/>
            <a:r>
              <a:t>數據收集：生產部門提供現有流程的數據，IT部門分析數據以找出關鍵問題。</a:t>
            </a:r>
          </a:p>
          <a:p>
            <a:pPr/>
            <a:r>
              <a:t>技術開發：IT部門與AI公司合作，開發機械手臂及AI系統，針對特定組裝工序進行優化。</a:t>
            </a:r>
          </a:p>
          <a:p>
            <a:pPr/>
            <a:r>
              <a:t>員工培訓：人力資源部門組織培訓，引導員工熟悉新技術與工具的使用。</a:t>
            </a:r>
          </a:p>
          <a:p>
            <a:pPr/>
            <a:r>
              <a:t>階段性評估：在導入過程中持續監測進展，根據數據分析及時調整策略以達成預期的效率提升。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通過以上策略和實作步驟，筆電的生產效率有望在導入AI技術後提升10%。</a:t>
            </a:r>
          </a:p>
          <a:p>
            <a:pPr/>
            <a:r>
              <a:t>各部門的協同合作是成功的關鍵，特別是生產部門的數據支持和IT部門的技術開發。</a:t>
            </a:r>
          </a:p>
          <a:p>
            <a:pPr/>
            <a:r>
              <a:t>確保員工的適應性與接受度將直接影響AI實施的成效，因此必須重視培訓與支持。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