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提升徵信效率的AI解決方案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目標設定：實現徵信作業所需時間降低50%以上。</a:t>
            </a:r>
          </a:p>
          <a:p>
            <a:r>
              <a:t>部門協作需求：資訊部門開發爬蟲，法金部門提供資料需求，法規部門進行合規審查。</a:t>
            </a:r>
          </a:p>
          <a:p>
            <a:r>
              <a:t>溝通與協調流程：定期會議、資訊共享平台、需求追蹤工具。</a:t>
            </a:r>
          </a:p>
          <a:p>
            <a:r>
              <a:t>實施步驟：需求收集、爬蟲開發、合規審查、實施與監控。</a:t>
            </a:r>
          </a:p>
          <a:p>
            <a:r>
              <a:t>目標評估：設定KPIs及定期檢討以確保進度。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